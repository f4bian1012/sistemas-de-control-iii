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2.svg" ContentType="image/svg+xml"/>
  <Override PartName="/ppt/media/image13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4" r:id="rId6"/>
    <p:sldId id="278" r:id="rId7"/>
    <p:sldId id="280" r:id="rId8"/>
    <p:sldId id="261" r:id="rId9"/>
    <p:sldId id="277" r:id="rId10"/>
    <p:sldId id="268" r:id="rId11"/>
  </p:sldIdLst>
  <p:sldSz cx="9144000" cy="6858000" type="letter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B3080F47-54FE-4674-8A61-9F6C6D97AC09}">
          <p14:sldIdLst>
            <p14:sldId id="256"/>
            <p14:sldId id="274"/>
            <p14:sldId id="278"/>
            <p14:sldId id="280"/>
            <p14:sldId id="261"/>
            <p14:sldId id="277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D5D6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500997-E831-4B24-A064-76E2F8C8CB3B}" v="2" dt="2026-08-04T01:09:30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94660"/>
  </p:normalViewPr>
  <p:slideViewPr>
    <p:cSldViewPr>
      <p:cViewPr varScale="1">
        <p:scale>
          <a:sx n="150" d="100"/>
          <a:sy n="150" d="100"/>
        </p:scale>
        <p:origin x="205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197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EYSON FABIAN VILLAVISAN BUITRAGO" userId="e5ced5c2-d787-455d-b115-4f08a699b8c8" providerId="ADAL" clId="{6F85ADF9-4154-43EC-8FCF-2B8E9588BEA1}"/>
    <pc:docChg chg="custSel modSld">
      <pc:chgData name="JHEYSON FABIAN VILLAVISAN BUITRAGO" userId="e5ced5c2-d787-455d-b115-4f08a699b8c8" providerId="ADAL" clId="{6F85ADF9-4154-43EC-8FCF-2B8E9588BEA1}" dt="2026-08-04T01:13:14.459" v="7" actId="207"/>
      <pc:docMkLst>
        <pc:docMk/>
      </pc:docMkLst>
      <pc:sldChg chg="delSp modSp">
        <pc:chgData name="JHEYSON FABIAN VILLAVISAN BUITRAGO" userId="e5ced5c2-d787-455d-b115-4f08a699b8c8" providerId="ADAL" clId="{6F85ADF9-4154-43EC-8FCF-2B8E9588BEA1}" dt="2026-08-04T01:09:30.728" v="1" actId="478"/>
        <pc:sldMkLst>
          <pc:docMk/>
          <pc:sldMk cId="1955606898" sldId="277"/>
        </pc:sldMkLst>
        <pc:spChg chg="del mod">
          <ac:chgData name="JHEYSON FABIAN VILLAVISAN BUITRAGO" userId="e5ced5c2-d787-455d-b115-4f08a699b8c8" providerId="ADAL" clId="{6F85ADF9-4154-43EC-8FCF-2B8E9588BEA1}" dt="2026-08-04T01:09:30.728" v="1" actId="478"/>
          <ac:spMkLst>
            <pc:docMk/>
            <pc:sldMk cId="1955606898" sldId="277"/>
            <ac:spMk id="12" creationId="{B4336C17-6123-3859-97BF-FC6F99A43B32}"/>
          </ac:spMkLst>
        </pc:spChg>
      </pc:sldChg>
      <pc:sldChg chg="modSp mod">
        <pc:chgData name="JHEYSON FABIAN VILLAVISAN BUITRAGO" userId="e5ced5c2-d787-455d-b115-4f08a699b8c8" providerId="ADAL" clId="{6F85ADF9-4154-43EC-8FCF-2B8E9588BEA1}" dt="2026-08-04T01:13:14.459" v="7" actId="207"/>
        <pc:sldMkLst>
          <pc:docMk/>
          <pc:sldMk cId="2965408220" sldId="280"/>
        </pc:sldMkLst>
        <pc:graphicFrameChg chg="modGraphic">
          <ac:chgData name="JHEYSON FABIAN VILLAVISAN BUITRAGO" userId="e5ced5c2-d787-455d-b115-4f08a699b8c8" providerId="ADAL" clId="{6F85ADF9-4154-43EC-8FCF-2B8E9588BEA1}" dt="2026-08-04T01:13:14.459" v="7" actId="207"/>
          <ac:graphicFrameMkLst>
            <pc:docMk/>
            <pc:sldMk cId="2965408220" sldId="280"/>
            <ac:graphicFrameMk id="6" creationId="{D45444DB-DE93-829B-F32A-C3FB962F868B}"/>
          </ac:graphicFrameMkLst>
        </pc:graphicFrameChg>
      </pc:sldChg>
    </pc:docChg>
  </pc:docChgLst>
</pc:chgInfo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svg"/><Relationship Id="rId2" Type="http://schemas.openxmlformats.org/officeDocument/2006/relationships/image" Target="../media/image7.svg"/><Relationship Id="rId3" Type="http://schemas.openxmlformats.org/officeDocument/2006/relationships/image" Target="../media/image8.jpe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svg"/><Relationship Id="rId2" Type="http://schemas.openxmlformats.org/officeDocument/2006/relationships/image" Target="../media/image7.svg"/><Relationship Id="rId3" Type="http://schemas.openxmlformats.org/officeDocument/2006/relationships/image" Target="../media/image8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4CCF41-E523-4B32-A88F-4ED36F50A7EE}" type="doc">
      <dgm:prSet loTypeId="urn:microsoft.com/office/officeart/2005/8/layout/vList3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63AF4C72-19FC-43CC-A7BD-8E6B7306B8DA}">
      <dgm:prSet phldrT="[Texto]" custT="1"/>
      <dgm:spPr/>
      <dgm:t>
        <a:bodyPr/>
        <a:lstStyle/>
        <a:p>
          <a:r>
            <a:rPr lang="es-CO" sz="3600" dirty="0" err="1"/>
            <a:t>Eval</a:t>
          </a:r>
          <a:r>
            <a:rPr lang="es-CO" sz="3600" dirty="0"/>
            <a:t> Parcial I 28%+ CO/AU 7%</a:t>
          </a:r>
        </a:p>
      </dgm:t>
    </dgm:pt>
    <dgm:pt modelId="{B1EF3D0F-F8FA-4406-9552-274CD0DD9AE0}" type="parTrans" cxnId="{23CDE9C8-1403-4594-ABCA-A82C53786246}">
      <dgm:prSet/>
      <dgm:spPr/>
      <dgm:t>
        <a:bodyPr/>
        <a:lstStyle/>
        <a:p>
          <a:endParaRPr lang="es-CO"/>
        </a:p>
      </dgm:t>
    </dgm:pt>
    <dgm:pt modelId="{70AD8D63-2DCF-42A4-8E32-C7554AF9B6AD}" type="sibTrans" cxnId="{23CDE9C8-1403-4594-ABCA-A82C53786246}">
      <dgm:prSet/>
      <dgm:spPr/>
      <dgm:t>
        <a:bodyPr/>
        <a:lstStyle/>
        <a:p>
          <a:endParaRPr lang="es-CO"/>
        </a:p>
      </dgm:t>
    </dgm:pt>
    <dgm:pt modelId="{D0BAE93D-92CE-4386-A939-05D6FBBDB36E}">
      <dgm:prSet phldrT="[Texto]"/>
      <dgm:spPr/>
      <dgm:t>
        <a:bodyPr/>
        <a:lstStyle/>
        <a:p>
          <a:r>
            <a:rPr lang="es-CO" dirty="0"/>
            <a:t>Examen final/Proyecto 24% + CO/AU 6%</a:t>
          </a:r>
        </a:p>
      </dgm:t>
    </dgm:pt>
    <dgm:pt modelId="{85D8870B-EED2-432A-A8B6-89522CDB9ECF}" type="parTrans" cxnId="{E327149D-DC7B-461C-8D99-B71A551C03E1}">
      <dgm:prSet/>
      <dgm:spPr/>
      <dgm:t>
        <a:bodyPr/>
        <a:lstStyle/>
        <a:p>
          <a:endParaRPr lang="es-CO"/>
        </a:p>
      </dgm:t>
    </dgm:pt>
    <dgm:pt modelId="{4ED47EF5-C0F7-4192-9809-ABC722A0D1EB}" type="sibTrans" cxnId="{E327149D-DC7B-461C-8D99-B71A551C03E1}">
      <dgm:prSet/>
      <dgm:spPr/>
      <dgm:t>
        <a:bodyPr/>
        <a:lstStyle/>
        <a:p>
          <a:endParaRPr lang="es-CO"/>
        </a:p>
      </dgm:t>
    </dgm:pt>
    <dgm:pt modelId="{BF495AF3-0B97-4370-BCA0-C9FF36D8E507}">
      <dgm:prSet phldrT="[Texto]" custT="1"/>
      <dgm:spPr/>
      <dgm:t>
        <a:bodyPr/>
        <a:lstStyle/>
        <a:p>
          <a:r>
            <a:rPr lang="es-CO" sz="4000" dirty="0" err="1"/>
            <a:t>Eval</a:t>
          </a:r>
          <a:r>
            <a:rPr lang="es-CO" sz="4000" dirty="0"/>
            <a:t> Parcial II 28% + CO/AU 7%</a:t>
          </a:r>
        </a:p>
      </dgm:t>
    </dgm:pt>
    <dgm:pt modelId="{4ED2760C-7FB2-4E10-9517-5CBF45099AEF}" type="parTrans" cxnId="{68035C5C-A49D-4631-BDD3-AB2D5EEE0C80}">
      <dgm:prSet/>
      <dgm:spPr/>
      <dgm:t>
        <a:bodyPr/>
        <a:lstStyle/>
        <a:p>
          <a:endParaRPr lang="es-CO"/>
        </a:p>
      </dgm:t>
    </dgm:pt>
    <dgm:pt modelId="{207EB8A8-DE9E-47F9-8CAA-7F84E576808F}" type="sibTrans" cxnId="{68035C5C-A49D-4631-BDD3-AB2D5EEE0C80}">
      <dgm:prSet/>
      <dgm:spPr/>
      <dgm:t>
        <a:bodyPr/>
        <a:lstStyle/>
        <a:p>
          <a:endParaRPr lang="es-CO"/>
        </a:p>
      </dgm:t>
    </dgm:pt>
    <dgm:pt modelId="{A3284664-AF1F-46F3-9665-8338A52FFC47}" type="pres">
      <dgm:prSet presAssocID="{994CCF41-E523-4B32-A88F-4ED36F50A7EE}" presName="linearFlow" presStyleCnt="0">
        <dgm:presLayoutVars>
          <dgm:dir/>
          <dgm:resizeHandles val="exact"/>
        </dgm:presLayoutVars>
      </dgm:prSet>
      <dgm:spPr/>
    </dgm:pt>
    <dgm:pt modelId="{43FDD6A9-C9F3-4C3C-ACA5-AB347F1F56A7}" type="pres">
      <dgm:prSet presAssocID="{63AF4C72-19FC-43CC-A7BD-8E6B7306B8DA}" presName="composite" presStyleCnt="0"/>
      <dgm:spPr/>
    </dgm:pt>
    <dgm:pt modelId="{3ADBEB9C-A865-472D-8392-B4DDA239B1C5}" type="pres">
      <dgm:prSet presAssocID="{63AF4C72-19FC-43CC-A7BD-8E6B7306B8DA}" presName="imgShp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no con relleno sólido"/>
        </a:ext>
      </dgm:extLst>
    </dgm:pt>
    <dgm:pt modelId="{6AA325B4-E209-4A40-AC53-1F2681F3BB56}" type="pres">
      <dgm:prSet presAssocID="{63AF4C72-19FC-43CC-A7BD-8E6B7306B8DA}" presName="txShp" presStyleLbl="node1" presStyleIdx="0" presStyleCnt="3">
        <dgm:presLayoutVars>
          <dgm:bulletEnabled val="1"/>
        </dgm:presLayoutVars>
      </dgm:prSet>
      <dgm:spPr/>
    </dgm:pt>
    <dgm:pt modelId="{475B639E-5EFF-48D3-91E1-072F82D7D49F}" type="pres">
      <dgm:prSet presAssocID="{70AD8D63-2DCF-42A4-8E32-C7554AF9B6AD}" presName="spacing" presStyleCnt="0"/>
      <dgm:spPr/>
    </dgm:pt>
    <dgm:pt modelId="{A33BAB5E-420E-4341-9808-E7460D3FE0FE}" type="pres">
      <dgm:prSet presAssocID="{BF495AF3-0B97-4370-BCA0-C9FF36D8E507}" presName="composite" presStyleCnt="0"/>
      <dgm:spPr/>
    </dgm:pt>
    <dgm:pt modelId="{F56747D8-8FAC-407B-96AF-5BE4D1D54E78}" type="pres">
      <dgm:prSet presAssocID="{BF495AF3-0B97-4370-BCA0-C9FF36D8E507}" presName="imgShp" presStyleLbl="fgImgPlac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quitectura con relleno sólido"/>
        </a:ext>
      </dgm:extLst>
    </dgm:pt>
    <dgm:pt modelId="{584AAB20-8676-4C68-92DB-D5B9C06CBDD3}" type="pres">
      <dgm:prSet presAssocID="{BF495AF3-0B97-4370-BCA0-C9FF36D8E507}" presName="txShp" presStyleLbl="node1" presStyleIdx="1" presStyleCnt="3">
        <dgm:presLayoutVars>
          <dgm:bulletEnabled val="1"/>
        </dgm:presLayoutVars>
      </dgm:prSet>
      <dgm:spPr/>
    </dgm:pt>
    <dgm:pt modelId="{973AA0CF-FA2B-405B-8F0F-3E1467EE1889}" type="pres">
      <dgm:prSet presAssocID="{207EB8A8-DE9E-47F9-8CAA-7F84E576808F}" presName="spacing" presStyleCnt="0"/>
      <dgm:spPr/>
    </dgm:pt>
    <dgm:pt modelId="{7560FB29-C8B9-46A3-BBE4-43A12CE2DCB7}" type="pres">
      <dgm:prSet presAssocID="{D0BAE93D-92CE-4386-A939-05D6FBBDB36E}" presName="composite" presStyleCnt="0"/>
      <dgm:spPr/>
    </dgm:pt>
    <dgm:pt modelId="{FBB88129-ACAF-4383-9E39-0E356C3188DA}" type="pres">
      <dgm:prSet presAssocID="{D0BAE93D-92CE-4386-A939-05D6FBBDB36E}" presName="imgShp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Boli negro contra una hoja con números sombreados"/>
        </a:ext>
      </dgm:extLst>
    </dgm:pt>
    <dgm:pt modelId="{9D6EA697-A9A5-474F-A2F1-F31D8DEBA84D}" type="pres">
      <dgm:prSet presAssocID="{D0BAE93D-92CE-4386-A939-05D6FBBDB36E}" presName="txShp" presStyleLbl="node1" presStyleIdx="2" presStyleCnt="3">
        <dgm:presLayoutVars>
          <dgm:bulletEnabled val="1"/>
        </dgm:presLayoutVars>
      </dgm:prSet>
      <dgm:spPr/>
    </dgm:pt>
  </dgm:ptLst>
  <dgm:cxnLst>
    <dgm:cxn modelId="{E6664E03-52F3-4CBC-8382-3F662B86BF26}" type="presOf" srcId="{BF495AF3-0B97-4370-BCA0-C9FF36D8E507}" destId="{584AAB20-8676-4C68-92DB-D5B9C06CBDD3}" srcOrd="0" destOrd="0" presId="urn:microsoft.com/office/officeart/2005/8/layout/vList3"/>
    <dgm:cxn modelId="{A04EB915-7A5D-4B5A-9771-5CE1E1782C8F}" type="presOf" srcId="{D0BAE93D-92CE-4386-A939-05D6FBBDB36E}" destId="{9D6EA697-A9A5-474F-A2F1-F31D8DEBA84D}" srcOrd="0" destOrd="0" presId="urn:microsoft.com/office/officeart/2005/8/layout/vList3"/>
    <dgm:cxn modelId="{68035C5C-A49D-4631-BDD3-AB2D5EEE0C80}" srcId="{994CCF41-E523-4B32-A88F-4ED36F50A7EE}" destId="{BF495AF3-0B97-4370-BCA0-C9FF36D8E507}" srcOrd="1" destOrd="0" parTransId="{4ED2760C-7FB2-4E10-9517-5CBF45099AEF}" sibTransId="{207EB8A8-DE9E-47F9-8CAA-7F84E576808F}"/>
    <dgm:cxn modelId="{E327149D-DC7B-461C-8D99-B71A551C03E1}" srcId="{994CCF41-E523-4B32-A88F-4ED36F50A7EE}" destId="{D0BAE93D-92CE-4386-A939-05D6FBBDB36E}" srcOrd="2" destOrd="0" parTransId="{85D8870B-EED2-432A-A8B6-89522CDB9ECF}" sibTransId="{4ED47EF5-C0F7-4192-9809-ABC722A0D1EB}"/>
    <dgm:cxn modelId="{55A8CAC6-CA4F-450D-AAE1-7BDA71E11A64}" type="presOf" srcId="{994CCF41-E523-4B32-A88F-4ED36F50A7EE}" destId="{A3284664-AF1F-46F3-9665-8338A52FFC47}" srcOrd="0" destOrd="0" presId="urn:microsoft.com/office/officeart/2005/8/layout/vList3"/>
    <dgm:cxn modelId="{23CDE9C8-1403-4594-ABCA-A82C53786246}" srcId="{994CCF41-E523-4B32-A88F-4ED36F50A7EE}" destId="{63AF4C72-19FC-43CC-A7BD-8E6B7306B8DA}" srcOrd="0" destOrd="0" parTransId="{B1EF3D0F-F8FA-4406-9552-274CD0DD9AE0}" sibTransId="{70AD8D63-2DCF-42A4-8E32-C7554AF9B6AD}"/>
    <dgm:cxn modelId="{7672AAE9-83B9-46B1-8719-DF37CB1FEFB1}" type="presOf" srcId="{63AF4C72-19FC-43CC-A7BD-8E6B7306B8DA}" destId="{6AA325B4-E209-4A40-AC53-1F2681F3BB56}" srcOrd="0" destOrd="0" presId="urn:microsoft.com/office/officeart/2005/8/layout/vList3"/>
    <dgm:cxn modelId="{818EF617-96BE-490D-A953-41A2B90950AC}" type="presParOf" srcId="{A3284664-AF1F-46F3-9665-8338A52FFC47}" destId="{43FDD6A9-C9F3-4C3C-ACA5-AB347F1F56A7}" srcOrd="0" destOrd="0" presId="urn:microsoft.com/office/officeart/2005/8/layout/vList3"/>
    <dgm:cxn modelId="{2BF59D02-F115-48E4-9667-50C272030A67}" type="presParOf" srcId="{43FDD6A9-C9F3-4C3C-ACA5-AB347F1F56A7}" destId="{3ADBEB9C-A865-472D-8392-B4DDA239B1C5}" srcOrd="0" destOrd="0" presId="urn:microsoft.com/office/officeart/2005/8/layout/vList3"/>
    <dgm:cxn modelId="{DE1A0734-B732-4F4F-A60F-1092613B4C0B}" type="presParOf" srcId="{43FDD6A9-C9F3-4C3C-ACA5-AB347F1F56A7}" destId="{6AA325B4-E209-4A40-AC53-1F2681F3BB56}" srcOrd="1" destOrd="0" presId="urn:microsoft.com/office/officeart/2005/8/layout/vList3"/>
    <dgm:cxn modelId="{BF2CC18F-733D-4972-A71B-C1C0954D92B3}" type="presParOf" srcId="{A3284664-AF1F-46F3-9665-8338A52FFC47}" destId="{475B639E-5EFF-48D3-91E1-072F82D7D49F}" srcOrd="1" destOrd="0" presId="urn:microsoft.com/office/officeart/2005/8/layout/vList3"/>
    <dgm:cxn modelId="{954F21C3-4073-4B72-B987-70E2BB454014}" type="presParOf" srcId="{A3284664-AF1F-46F3-9665-8338A52FFC47}" destId="{A33BAB5E-420E-4341-9808-E7460D3FE0FE}" srcOrd="2" destOrd="0" presId="urn:microsoft.com/office/officeart/2005/8/layout/vList3"/>
    <dgm:cxn modelId="{A772387F-71E4-4E6F-A697-495FAC74A00A}" type="presParOf" srcId="{A33BAB5E-420E-4341-9808-E7460D3FE0FE}" destId="{F56747D8-8FAC-407B-96AF-5BE4D1D54E78}" srcOrd="0" destOrd="0" presId="urn:microsoft.com/office/officeart/2005/8/layout/vList3"/>
    <dgm:cxn modelId="{2A1E5276-88A0-40D7-BF0E-102D55964710}" type="presParOf" srcId="{A33BAB5E-420E-4341-9808-E7460D3FE0FE}" destId="{584AAB20-8676-4C68-92DB-D5B9C06CBDD3}" srcOrd="1" destOrd="0" presId="urn:microsoft.com/office/officeart/2005/8/layout/vList3"/>
    <dgm:cxn modelId="{963ED14F-26DA-42E9-BBA2-48EFA8F0A4DB}" type="presParOf" srcId="{A3284664-AF1F-46F3-9665-8338A52FFC47}" destId="{973AA0CF-FA2B-405B-8F0F-3E1467EE1889}" srcOrd="3" destOrd="0" presId="urn:microsoft.com/office/officeart/2005/8/layout/vList3"/>
    <dgm:cxn modelId="{210AAFB1-785E-44E4-8894-EF1B52C7D4AD}" type="presParOf" srcId="{A3284664-AF1F-46F3-9665-8338A52FFC47}" destId="{7560FB29-C8B9-46A3-BBE4-43A12CE2DCB7}" srcOrd="4" destOrd="0" presId="urn:microsoft.com/office/officeart/2005/8/layout/vList3"/>
    <dgm:cxn modelId="{AB3F17F1-4AE7-4819-A675-DBB997806079}" type="presParOf" srcId="{7560FB29-C8B9-46A3-BBE4-43A12CE2DCB7}" destId="{FBB88129-ACAF-4383-9E39-0E356C3188DA}" srcOrd="0" destOrd="0" presId="urn:microsoft.com/office/officeart/2005/8/layout/vList3"/>
    <dgm:cxn modelId="{2C46D037-EEEA-40F7-9931-05DE681E71CF}" type="presParOf" srcId="{7560FB29-C8B9-46A3-BBE4-43A12CE2DCB7}" destId="{9D6EA697-A9A5-474F-A2F1-F31D8DEBA84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A325B4-E209-4A40-AC53-1F2681F3BB56}">
      <dsp:nvSpPr>
        <dsp:cNvPr id="0" name=""/>
        <dsp:cNvSpPr/>
      </dsp:nvSpPr>
      <dsp:spPr>
        <a:xfrm rot="10800000">
          <a:off x="1840661" y="1935"/>
          <a:ext cx="5937779" cy="1380222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8640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600" kern="1200" dirty="0" err="1"/>
            <a:t>Eval</a:t>
          </a:r>
          <a:r>
            <a:rPr lang="es-CO" sz="3600" kern="1200" dirty="0"/>
            <a:t> Parcial I 28%+ CO/AU 7%</a:t>
          </a:r>
        </a:p>
      </dsp:txBody>
      <dsp:txXfrm rot="10800000">
        <a:off x="2185716" y="1935"/>
        <a:ext cx="5592724" cy="1380222"/>
      </dsp:txXfrm>
    </dsp:sp>
    <dsp:sp modelId="{3ADBEB9C-A865-472D-8392-B4DDA239B1C5}">
      <dsp:nvSpPr>
        <dsp:cNvPr id="0" name=""/>
        <dsp:cNvSpPr/>
      </dsp:nvSpPr>
      <dsp:spPr>
        <a:xfrm>
          <a:off x="1150550" y="1935"/>
          <a:ext cx="1380222" cy="1380222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84AAB20-8676-4C68-92DB-D5B9C06CBDD3}">
      <dsp:nvSpPr>
        <dsp:cNvPr id="0" name=""/>
        <dsp:cNvSpPr/>
      </dsp:nvSpPr>
      <dsp:spPr>
        <a:xfrm rot="10800000">
          <a:off x="1840661" y="1794164"/>
          <a:ext cx="5937779" cy="1380222"/>
        </a:xfrm>
        <a:prstGeom prst="homePlat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8640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000" kern="1200" dirty="0" err="1"/>
            <a:t>Eval</a:t>
          </a:r>
          <a:r>
            <a:rPr lang="es-CO" sz="4000" kern="1200" dirty="0"/>
            <a:t> Parcial II 28% + CO/AU 7%</a:t>
          </a:r>
        </a:p>
      </dsp:txBody>
      <dsp:txXfrm rot="10800000">
        <a:off x="2185716" y="1794164"/>
        <a:ext cx="5592724" cy="1380222"/>
      </dsp:txXfrm>
    </dsp:sp>
    <dsp:sp modelId="{F56747D8-8FAC-407B-96AF-5BE4D1D54E78}">
      <dsp:nvSpPr>
        <dsp:cNvPr id="0" name=""/>
        <dsp:cNvSpPr/>
      </dsp:nvSpPr>
      <dsp:spPr>
        <a:xfrm>
          <a:off x="1150550" y="1794164"/>
          <a:ext cx="1380222" cy="1380222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D6EA697-A9A5-474F-A2F1-F31D8DEBA84D}">
      <dsp:nvSpPr>
        <dsp:cNvPr id="0" name=""/>
        <dsp:cNvSpPr/>
      </dsp:nvSpPr>
      <dsp:spPr>
        <a:xfrm rot="10800000">
          <a:off x="1840661" y="3586393"/>
          <a:ext cx="5937779" cy="1380222"/>
        </a:xfrm>
        <a:prstGeom prst="homePlat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8640" tIns="144780" rIns="270256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800" kern="1200" dirty="0"/>
            <a:t>Examen final/Proyecto 24% + CO/AU 6%</a:t>
          </a:r>
        </a:p>
      </dsp:txBody>
      <dsp:txXfrm rot="10800000">
        <a:off x="2185716" y="3586393"/>
        <a:ext cx="5592724" cy="1380222"/>
      </dsp:txXfrm>
    </dsp:sp>
    <dsp:sp modelId="{FBB88129-ACAF-4383-9E39-0E356C3188DA}">
      <dsp:nvSpPr>
        <dsp:cNvPr id="0" name=""/>
        <dsp:cNvSpPr/>
      </dsp:nvSpPr>
      <dsp:spPr>
        <a:xfrm>
          <a:off x="1150550" y="3586393"/>
          <a:ext cx="1380222" cy="138022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47915143-6094-49C4-8478-307681A648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E61AFD88-643E-4E4D-8153-8A3839D76E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BB1C097-8B49-4A36-A7FA-8C8F0C277D41}" type="datetimeFigureOut">
              <a:rPr lang="es-CO"/>
              <a:pPr>
                <a:defRPr/>
              </a:pPr>
              <a:t>3/08/2026</a:t>
            </a:fld>
            <a:endParaRPr lang="es-CO"/>
          </a:p>
        </p:txBody>
      </p:sp>
      <p:sp>
        <p:nvSpPr>
          <p:cNvPr id="4" name="3 Marcador de pie de página">
            <a:extLst>
              <a:ext uri="{FF2B5EF4-FFF2-40B4-BE49-F238E27FC236}">
                <a16:creationId xmlns:a16="http://schemas.microsoft.com/office/drawing/2014/main" id="{3BE10141-B975-4F90-A194-E7FDEF6D96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4 Marcador de número de diapositiva">
            <a:extLst>
              <a:ext uri="{FF2B5EF4-FFF2-40B4-BE49-F238E27FC236}">
                <a16:creationId xmlns:a16="http://schemas.microsoft.com/office/drawing/2014/main" id="{CB5420F6-B73B-496E-99A5-DA0DEB4910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7E2DAB9-AA88-43A6-983F-CB4A7A312EAD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2C95AF31-5149-4332-A5F3-9D9CFCFA32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D4B5AF27-5D83-4D95-A156-928EF9B608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0040F3-314B-4AAA-954A-3936AF2F78D0}" type="datetimeFigureOut">
              <a:rPr lang="es-CO"/>
              <a:pPr>
                <a:defRPr/>
              </a:pPr>
              <a:t>3/08/2026</a:t>
            </a:fld>
            <a:endParaRPr lang="es-CO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090DF562-10D4-4334-812B-4254934B62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0DF2FAE4-4DE9-447F-A5F2-283E54F41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CO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7D994E73-BBA8-4FBD-B1A6-0A295B0740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4D0EE3C9-11EB-42C6-BDB8-87C72B3F8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D1E0FDF-8C6F-43B4-8722-700C06D0C414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Marcador de imagen de diapositiva">
            <a:extLst>
              <a:ext uri="{FF2B5EF4-FFF2-40B4-BE49-F238E27FC236}">
                <a16:creationId xmlns:a16="http://schemas.microsoft.com/office/drawing/2014/main" id="{78D3C7C4-FFB3-42B6-A4B0-ED4A84AF8C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2 Marcador de notas">
            <a:extLst>
              <a:ext uri="{FF2B5EF4-FFF2-40B4-BE49-F238E27FC236}">
                <a16:creationId xmlns:a16="http://schemas.microsoft.com/office/drawing/2014/main" id="{E86488B3-6D5E-452F-A655-0C78399B0D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6148" name="3 Marcador de número de diapositiva">
            <a:extLst>
              <a:ext uri="{FF2B5EF4-FFF2-40B4-BE49-F238E27FC236}">
                <a16:creationId xmlns:a16="http://schemas.microsoft.com/office/drawing/2014/main" id="{7A241DB1-0FDE-44DC-B1DD-D836F28027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E7ECF6-8A67-4CA6-BDA2-9506B8AC7939}" type="slidenum">
              <a:rPr lang="es-CO" altLang="es-CO" smtClean="0"/>
              <a:pPr>
                <a:spcBef>
                  <a:spcPct val="0"/>
                </a:spcBef>
              </a:pPr>
              <a:t>1</a:t>
            </a:fld>
            <a:endParaRPr lang="es-CO" alt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1 Marcador de imagen de diapositiva">
            <a:extLst>
              <a:ext uri="{FF2B5EF4-FFF2-40B4-BE49-F238E27FC236}">
                <a16:creationId xmlns:a16="http://schemas.microsoft.com/office/drawing/2014/main" id="{4C411F14-5FD8-4DBC-9C57-AE89208879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2 Marcador de notas">
            <a:extLst>
              <a:ext uri="{FF2B5EF4-FFF2-40B4-BE49-F238E27FC236}">
                <a16:creationId xmlns:a16="http://schemas.microsoft.com/office/drawing/2014/main" id="{67D6F3E0-407B-4E02-90D9-37A84A4FB9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18436" name="3 Marcador de número de diapositiva">
            <a:extLst>
              <a:ext uri="{FF2B5EF4-FFF2-40B4-BE49-F238E27FC236}">
                <a16:creationId xmlns:a16="http://schemas.microsoft.com/office/drawing/2014/main" id="{762B5990-28A5-409A-9061-CB68EEF6E7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58D0631-52D7-4F62-804B-090FF8CB1C10}" type="slidenum">
              <a:rPr lang="es-CO" altLang="es-CO" smtClean="0"/>
              <a:pPr>
                <a:spcBef>
                  <a:spcPct val="0"/>
                </a:spcBef>
              </a:pPr>
              <a:t>3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600497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1 Marcador de imagen de diapositiva">
            <a:extLst>
              <a:ext uri="{FF2B5EF4-FFF2-40B4-BE49-F238E27FC236}">
                <a16:creationId xmlns:a16="http://schemas.microsoft.com/office/drawing/2014/main" id="{260D1970-13BF-44DC-9886-6E67D35FDD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2 Marcador de notas">
            <a:extLst>
              <a:ext uri="{FF2B5EF4-FFF2-40B4-BE49-F238E27FC236}">
                <a16:creationId xmlns:a16="http://schemas.microsoft.com/office/drawing/2014/main" id="{6BFED306-39A9-4CC8-97F4-8E7ABA1E7C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12292" name="3 Marcador de número de diapositiva">
            <a:extLst>
              <a:ext uri="{FF2B5EF4-FFF2-40B4-BE49-F238E27FC236}">
                <a16:creationId xmlns:a16="http://schemas.microsoft.com/office/drawing/2014/main" id="{90234881-975B-402B-A928-CF07A16ACB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A04CF6-E9A9-4CB5-A38D-CF2C64EF1161}" type="slidenum">
              <a:rPr lang="es-CO" altLang="es-CO" smtClean="0"/>
              <a:pPr>
                <a:spcBef>
                  <a:spcPct val="0"/>
                </a:spcBef>
              </a:pPr>
              <a:t>4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851068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1 Marcador de imagen de diapositiva">
            <a:extLst>
              <a:ext uri="{FF2B5EF4-FFF2-40B4-BE49-F238E27FC236}">
                <a16:creationId xmlns:a16="http://schemas.microsoft.com/office/drawing/2014/main" id="{8FF20E69-3DAA-4649-9DBB-F1F91AA1CB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2 Marcador de notas">
            <a:extLst>
              <a:ext uri="{FF2B5EF4-FFF2-40B4-BE49-F238E27FC236}">
                <a16:creationId xmlns:a16="http://schemas.microsoft.com/office/drawing/2014/main" id="{B84EFAB2-EFC5-4F3C-A767-244B1A166D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8196" name="3 Marcador de número de diapositiva">
            <a:extLst>
              <a:ext uri="{FF2B5EF4-FFF2-40B4-BE49-F238E27FC236}">
                <a16:creationId xmlns:a16="http://schemas.microsoft.com/office/drawing/2014/main" id="{BC89D700-3CA6-48AA-BB4C-8322799C5A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26BCAE-FD42-4A3C-8F9E-A42C19F9C98B}" type="slidenum">
              <a:rPr lang="es-CO" altLang="es-CO" smtClean="0"/>
              <a:pPr>
                <a:spcBef>
                  <a:spcPct val="0"/>
                </a:spcBef>
              </a:pPr>
              <a:t>5</a:t>
            </a:fld>
            <a:endParaRPr lang="es-CO" altLang="es-CO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1 Marcador de imagen de diapositiva">
            <a:extLst>
              <a:ext uri="{FF2B5EF4-FFF2-40B4-BE49-F238E27FC236}">
                <a16:creationId xmlns:a16="http://schemas.microsoft.com/office/drawing/2014/main" id="{78D240F3-EE53-4692-9233-6897F7B775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2 Marcador de notas">
            <a:extLst>
              <a:ext uri="{FF2B5EF4-FFF2-40B4-BE49-F238E27FC236}">
                <a16:creationId xmlns:a16="http://schemas.microsoft.com/office/drawing/2014/main" id="{C29044F1-D854-4FFF-A3D0-D25E96AD40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22532" name="3 Marcador de número de diapositiva">
            <a:extLst>
              <a:ext uri="{FF2B5EF4-FFF2-40B4-BE49-F238E27FC236}">
                <a16:creationId xmlns:a16="http://schemas.microsoft.com/office/drawing/2014/main" id="{6667A044-704D-4D57-B392-9E4B1DFAA0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496462D-5E5D-447D-AE71-B58C21E34CDB}" type="slidenum">
              <a:rPr lang="es-CO" altLang="es-CO" smtClean="0"/>
              <a:pPr>
                <a:spcBef>
                  <a:spcPct val="0"/>
                </a:spcBef>
              </a:pPr>
              <a:t>6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306626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Marcador de imagen de diapositiva">
            <a:extLst>
              <a:ext uri="{FF2B5EF4-FFF2-40B4-BE49-F238E27FC236}">
                <a16:creationId xmlns:a16="http://schemas.microsoft.com/office/drawing/2014/main" id="{A034F020-34E5-482F-99B1-A355D641BD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2 Marcador de notas">
            <a:extLst>
              <a:ext uri="{FF2B5EF4-FFF2-40B4-BE49-F238E27FC236}">
                <a16:creationId xmlns:a16="http://schemas.microsoft.com/office/drawing/2014/main" id="{4ACC1D78-A4EE-4296-B827-943102B1D15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24580" name="3 Marcador de número de diapositiva">
            <a:extLst>
              <a:ext uri="{FF2B5EF4-FFF2-40B4-BE49-F238E27FC236}">
                <a16:creationId xmlns:a16="http://schemas.microsoft.com/office/drawing/2014/main" id="{FD4DD11A-8247-45C7-960E-F8FB51C751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044EFCE-52CC-4B49-9C54-448D812356D5}" type="slidenum">
              <a:rPr lang="es-CO" altLang="es-CO" smtClean="0"/>
              <a:pPr>
                <a:spcBef>
                  <a:spcPct val="0"/>
                </a:spcBef>
              </a:pPr>
              <a:t>7</a:t>
            </a:fld>
            <a:endParaRPr lang="es-CO" altLang="es-CO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20F6C-4CB6-1231-6926-9D1C0EFBB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71532A-F766-06A1-B904-5E7DD21FD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762F4B-DC61-F7F5-8966-D2718230E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3D9FE6-9A5C-9367-1C28-183D385B8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DBBB9F-3052-B3AE-E085-BB27B503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32E1E3-6AB7-4D92-A33A-F043E6C5B717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  <p:sp>
        <p:nvSpPr>
          <p:cNvPr id="7" name="7 Rectángulo">
            <a:extLst>
              <a:ext uri="{FF2B5EF4-FFF2-40B4-BE49-F238E27FC236}">
                <a16:creationId xmlns:a16="http://schemas.microsoft.com/office/drawing/2014/main" id="{4EDA08D5-F667-8787-0063-21E612015DD7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592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D68A1-6D68-CD6D-C3FD-91DA62A2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398EC3-5D4E-468C-F30B-CE656079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9830B3-74C5-1ACB-B556-F55E98F59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27DCF0-C431-0852-42CE-95C44852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46AD75-DF05-40EA-B4F3-3CF83558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19D7D-12FE-4B7D-95D8-6A0F2828D8E3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7549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31533-0C84-ADE9-99EA-26241D9B4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1E6E27-3202-D0B8-F283-8CFBD093E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8D6381-9943-A208-5F45-856FCB42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9BCE5B-A275-1968-3267-A868EB60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B90775-642D-4759-324A-AE1E3185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14026-6FB7-464F-BD55-9983151CEDB0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85136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947BA-2671-5DCE-289C-85840739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6C8C46-4DD7-DB89-3971-B7D6B1F47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BB1AC8-CC6D-7CD8-18BA-F0920AEC1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38D8F2-068C-1F31-5CF2-766814AC3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2360FD-9E47-D090-4AB3-714887C3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D37D2D-9508-DFEF-774C-C8A5B6A2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813DE1-EA20-4BEF-AB12-D2D69A6090C3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01927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7BAD9-4D34-20A2-A9AE-82964CF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59AA51-6010-C8FF-084C-C110BCCDA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6FAE22-1B9C-8F57-87A7-2E14CE304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7830DD-6A40-8E27-70CB-D8FE41AD3C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77C88D-8DD0-FC51-A16D-49E686FFA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FB2C8A-08F4-1A41-5036-C328209FC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5A1F5B-743C-D501-930D-F90EBA8A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3F5F7C-9BF7-A3DE-8669-2EC9E00E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150205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EE9A1-E144-373F-F5D9-12C31B7C6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8BE38C-0964-C281-4826-2C3C11C4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3AB1AB-1E52-7FD3-3BB7-A73F570B9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167E51-3FDD-695C-0CE2-96F608F7E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73950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9E5E9C-8C29-201A-9031-69BC92AF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115059-38DA-DC3D-A1B7-0C4BF8683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C62E63-C8FB-04D9-3735-C7919A9D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8C22F4-EE15-4184-8A4F-C4124F2BE447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214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3FE12-3262-8961-6F36-E338D8C8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2AB934-4DB1-C46B-4EB1-4D1AAC7D0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C1947E-F2E3-1002-A600-DED1B9DA8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A0B25A-FC1B-767C-8C69-FE2AD6FE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85C023-3180-C2A8-6BD0-63D18C453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F4F0A9-714D-5058-F92E-179ECE0A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B0E3D-5246-46A6-A0B3-053B7FB2AE0D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23901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D8E29-2B5D-9CF4-A199-E673E0D5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D75A990-0E1F-4E60-D107-9756D6BFD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6BD761-3CC8-1CF5-9984-F066094FC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1540D8-AA84-05D7-E9B4-4E08651A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086AA3-AF31-8C9A-7F2F-B87848C6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1105B9-8899-D51A-88C0-376DC7823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95374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04477-2834-99EC-CFA8-180937D0B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AFD096-F1C5-E969-C636-867E3E66E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912F77-4B86-C6CC-4ED2-812449AE8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E79BD8-72C6-81E3-EF48-F29328E65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1B4782-D0C0-509F-4BDC-03E4A791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71206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545E7B-9A8C-6F62-F333-E612FC1E4B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5C78DD-62C0-ADA7-4AC6-5F7C5B358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5F10F1-E647-76F8-2174-E45862B2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416465-EAB8-8324-072F-8B25CA80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151C83-117D-752A-7DDA-A1F8A8B9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64717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7 Rectángulo">
            <a:extLst>
              <a:ext uri="{FF2B5EF4-FFF2-40B4-BE49-F238E27FC236}">
                <a16:creationId xmlns:a16="http://schemas.microsoft.com/office/drawing/2014/main" id="{EC631D57-6843-47FB-8C0A-4FA9AA9BC663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000496" y="71414"/>
            <a:ext cx="5072066" cy="571504"/>
          </a:xfrm>
        </p:spPr>
        <p:txBody>
          <a:bodyPr/>
          <a:lstStyle>
            <a:lvl1pPr algn="r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857224" y="857232"/>
            <a:ext cx="7715304" cy="500066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047221BE-117B-43C8-9D2A-CE256401B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438" y="206375"/>
            <a:ext cx="785812" cy="365125"/>
          </a:xfr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532E1E3-6AB7-4D92-A33A-F043E6C5B717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82761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61EBF708-C41B-44B1-97EC-CF1BBBC20C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19D7D-12FE-4B7D-95D8-6A0F2828D8E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70149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7224" y="264318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7224" y="107154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EE100265-4A3B-4F40-A5F0-770BFD064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D14026-6FB7-464F-BD55-9983151CEDB0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351668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857224" y="2214554"/>
            <a:ext cx="3571900" cy="40258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2214554"/>
            <a:ext cx="4038600" cy="40005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5 Marcador de número de diapositiva" descr="&lt;No.&gt;">
            <a:extLst>
              <a:ext uri="{FF2B5EF4-FFF2-40B4-BE49-F238E27FC236}">
                <a16:creationId xmlns:a16="http://schemas.microsoft.com/office/drawing/2014/main" id="{DFF2B988-F19E-4F04-BD27-A48F39A01A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13DE1-EA20-4BEF-AB12-D2D69A6090C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54911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 descr="&lt;No.&gt;">
            <a:extLst>
              <a:ext uri="{FF2B5EF4-FFF2-40B4-BE49-F238E27FC236}">
                <a16:creationId xmlns:a16="http://schemas.microsoft.com/office/drawing/2014/main" id="{FF35CE3E-FD30-4207-9576-68F58A4C8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21CA9-07FE-4363-8077-5E54FDAF3616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912601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 descr="&lt;No.&gt;">
            <a:extLst>
              <a:ext uri="{FF2B5EF4-FFF2-40B4-BE49-F238E27FC236}">
                <a16:creationId xmlns:a16="http://schemas.microsoft.com/office/drawing/2014/main" id="{D69FD3F0-0EF5-4AC6-A81B-0CFD0FF77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DF024-4D44-479D-901F-E26036C4C7D1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442379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Marcador de número de diapositiva" descr="&lt;No.&gt;">
            <a:extLst>
              <a:ext uri="{FF2B5EF4-FFF2-40B4-BE49-F238E27FC236}">
                <a16:creationId xmlns:a16="http://schemas.microsoft.com/office/drawing/2014/main" id="{0FCC1E91-35AF-4149-AC6B-42626F30B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C22F4-EE15-4184-8A4F-C4124F2BE447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694708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7224" y="85723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032250" y="85723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857224" y="200024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 descr="&lt;No.&gt;">
            <a:extLst>
              <a:ext uri="{FF2B5EF4-FFF2-40B4-BE49-F238E27FC236}">
                <a16:creationId xmlns:a16="http://schemas.microsoft.com/office/drawing/2014/main" id="{B1F7549D-979F-45AB-AD58-5BF7CB6DB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B0E3D-5246-46A6-A0B3-053B7FB2AE0D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9624281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5072074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928670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/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3328A9B1-3ED4-438D-8E87-64D0CD384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056AB-9AE7-49AD-9364-B4271C824DC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008954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D1179B3-E3F7-8DF3-ABF5-4D23297F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E192CF-B8E8-68F7-E0A0-A63F6554F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113D34-63A4-3585-73E1-7A6563CC9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7635E-2D71-42E7-9E6C-FBB85A15A85F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79372D-5D91-7624-4D7B-06BE31EEB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491E14-EF87-176A-B3C5-BCD96C5D3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  <p:sp>
        <p:nvSpPr>
          <p:cNvPr id="7" name="6 Rectángulo">
            <a:extLst>
              <a:ext uri="{FF2B5EF4-FFF2-40B4-BE49-F238E27FC236}">
                <a16:creationId xmlns:a16="http://schemas.microsoft.com/office/drawing/2014/main" id="{7B0CA632-E545-9F27-F48F-19EBC6FED7F0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75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77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sv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sv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9.png"/><Relationship Id="rId9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e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.png"/><Relationship Id="rId7" Type="http://schemas.openxmlformats.org/officeDocument/2006/relationships/image" Target="../media/image1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github.com/F4bian1012/Sistemas-de-Control-II---Ingenier-a-Mecatr-nic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Título">
            <a:extLst>
              <a:ext uri="{FF2B5EF4-FFF2-40B4-BE49-F238E27FC236}">
                <a16:creationId xmlns:a16="http://schemas.microsoft.com/office/drawing/2014/main" id="{612B5792-076C-452D-8592-DDADCC263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 dirty="0"/>
              <a:t>1</a:t>
            </a:r>
          </a:p>
        </p:txBody>
      </p:sp>
      <p:sp>
        <p:nvSpPr>
          <p:cNvPr id="5124" name="2 Subtítulo">
            <a:extLst>
              <a:ext uri="{FF2B5EF4-FFF2-40B4-BE49-F238E27FC236}">
                <a16:creationId xmlns:a16="http://schemas.microsoft.com/office/drawing/2014/main" id="{75207037-66AB-408E-B44C-6489E27F4A1E}"/>
              </a:ext>
            </a:extLst>
          </p:cNvPr>
          <p:cNvSpPr txBox="1">
            <a:spLocks/>
          </p:cNvSpPr>
          <p:nvPr/>
        </p:nvSpPr>
        <p:spPr bwMode="auto">
          <a:xfrm>
            <a:off x="779463" y="5733256"/>
            <a:ext cx="6400800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s-CO" altLang="es-CO" sz="2800" dirty="0">
                <a:solidFill>
                  <a:srgbClr val="898989"/>
                </a:solidFill>
              </a:rPr>
              <a:t>Jheyson F. Villavisan B</a:t>
            </a:r>
            <a:endParaRPr lang="es-CO" altLang="es-CO" sz="1800" dirty="0">
              <a:solidFill>
                <a:srgbClr val="898989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s-CO" altLang="es-CO" sz="2400" dirty="0">
              <a:solidFill>
                <a:srgbClr val="898989"/>
              </a:solidFill>
            </a:endParaRPr>
          </a:p>
        </p:txBody>
      </p:sp>
      <p:sp>
        <p:nvSpPr>
          <p:cNvPr id="10" name="2 Subtítulo">
            <a:extLst>
              <a:ext uri="{FF2B5EF4-FFF2-40B4-BE49-F238E27FC236}">
                <a16:creationId xmlns:a16="http://schemas.microsoft.com/office/drawing/2014/main" id="{0D52910C-C7FF-51AD-9B9D-1A390D5FFE1B}"/>
              </a:ext>
            </a:extLst>
          </p:cNvPr>
          <p:cNvSpPr txBox="1">
            <a:spLocks/>
          </p:cNvSpPr>
          <p:nvPr/>
        </p:nvSpPr>
        <p:spPr bwMode="auto">
          <a:xfrm>
            <a:off x="2195736" y="3178968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6066 SISTEMAS DE CONTROL III</a:t>
            </a:r>
          </a:p>
        </p:txBody>
      </p:sp>
      <p:pic>
        <p:nvPicPr>
          <p:cNvPr id="1028" name="Picture 4" descr="Programas - Intranet ETITC">
            <a:extLst>
              <a:ext uri="{FF2B5EF4-FFF2-40B4-BE49-F238E27FC236}">
                <a16:creationId xmlns:a16="http://schemas.microsoft.com/office/drawing/2014/main" id="{86BA1783-B2FE-6B6A-8793-A57527FC5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B6180-BCA0-4F51-9F68-9E5BAB8A4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565" y="1126313"/>
            <a:ext cx="3008313" cy="1162050"/>
          </a:xfrm>
        </p:spPr>
        <p:txBody>
          <a:bodyPr/>
          <a:lstStyle/>
          <a:p>
            <a:r>
              <a:rPr lang="es-CO" dirty="0"/>
              <a:t>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1F9CC3-49B8-41A8-9878-3805D5759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693943"/>
            <a:ext cx="3688173" cy="3967305"/>
          </a:xfrm>
        </p:spPr>
        <p:txBody>
          <a:bodyPr/>
          <a:lstStyle/>
          <a:p>
            <a:r>
              <a:rPr lang="es-CO" sz="1800" b="1" dirty="0"/>
              <a:t>AGENDA</a:t>
            </a:r>
          </a:p>
          <a:p>
            <a:r>
              <a:rPr lang="es-CO" sz="1800" dirty="0"/>
              <a:t>Presentación</a:t>
            </a:r>
          </a:p>
          <a:p>
            <a:r>
              <a:rPr lang="es-CO" sz="1800" dirty="0"/>
              <a:t>Calendario y fechas clave</a:t>
            </a:r>
          </a:p>
          <a:p>
            <a:r>
              <a:rPr lang="es-CO" sz="1800" dirty="0"/>
              <a:t>Dedicación esperada y </a:t>
            </a:r>
          </a:p>
          <a:p>
            <a:pPr marL="0" indent="0">
              <a:buNone/>
            </a:pPr>
            <a:r>
              <a:rPr lang="es-CO" sz="1800" dirty="0"/>
              <a:t>criterios de calificación</a:t>
            </a:r>
          </a:p>
          <a:p>
            <a:r>
              <a:rPr lang="es-CO" sz="1800" dirty="0"/>
              <a:t>Creación de grupos</a:t>
            </a:r>
          </a:p>
          <a:p>
            <a:r>
              <a:rPr lang="es-CO" sz="1800" dirty="0"/>
              <a:t>Canales de comunicación</a:t>
            </a:r>
          </a:p>
          <a:p>
            <a:r>
              <a:rPr lang="es-CO" sz="1800" dirty="0"/>
              <a:t>Preguntas</a:t>
            </a:r>
          </a:p>
          <a:p>
            <a:r>
              <a:rPr lang="es-CO" sz="1800" dirty="0"/>
              <a:t>Lectura Syllabus</a:t>
            </a:r>
          </a:p>
          <a:p>
            <a:r>
              <a:rPr lang="es-CO" sz="1800" dirty="0"/>
              <a:t>Firma </a:t>
            </a:r>
          </a:p>
          <a:p>
            <a:r>
              <a:rPr lang="es-CO" sz="1800" dirty="0"/>
              <a:t>Cierre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3827" y="2832063"/>
            <a:ext cx="3008313" cy="1605049"/>
          </a:xfrm>
        </p:spPr>
        <p:txBody>
          <a:bodyPr/>
          <a:lstStyle/>
          <a:p>
            <a:pPr algn="just"/>
            <a:r>
              <a:rPr lang="es-CO" sz="1800" dirty="0"/>
              <a:t>Conocer </a:t>
            </a:r>
            <a:r>
              <a:rPr lang="es-CO" sz="1800" b="1" dirty="0"/>
              <a:t>la metodología, criterios de evaluación y canales de comunicación </a:t>
            </a:r>
            <a:r>
              <a:rPr lang="es-CO" sz="1800" dirty="0"/>
              <a:t>para llevar a cabo las sesiones magistrales.</a:t>
            </a:r>
          </a:p>
        </p:txBody>
      </p:sp>
      <p:pic>
        <p:nvPicPr>
          <p:cNvPr id="6" name="Gráfico 5" descr="Diana con relleno sólido">
            <a:extLst>
              <a:ext uri="{FF2B5EF4-FFF2-40B4-BE49-F238E27FC236}">
                <a16:creationId xmlns:a16="http://schemas.microsoft.com/office/drawing/2014/main" id="{46E1A899-6475-4C36-890B-85392BBFA9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85912" y="1696299"/>
            <a:ext cx="914400" cy="914400"/>
          </a:xfrm>
          <a:prstGeom prst="rect">
            <a:avLst/>
          </a:prstGeom>
        </p:spPr>
      </p:pic>
      <p:pic>
        <p:nvPicPr>
          <p:cNvPr id="9" name="Gráfico 8" descr="Libro abierto contorno">
            <a:extLst>
              <a:ext uri="{FF2B5EF4-FFF2-40B4-BE49-F238E27FC236}">
                <a16:creationId xmlns:a16="http://schemas.microsoft.com/office/drawing/2014/main" id="{2BCDCF25-80B5-4CA1-B1B6-1C7F924229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4248" y="1484784"/>
            <a:ext cx="914400" cy="914400"/>
          </a:xfrm>
          <a:prstGeom prst="rect">
            <a:avLst/>
          </a:prstGeom>
        </p:spPr>
      </p:pic>
      <p:sp>
        <p:nvSpPr>
          <p:cNvPr id="10" name="1 Título">
            <a:extLst>
              <a:ext uri="{FF2B5EF4-FFF2-40B4-BE49-F238E27FC236}">
                <a16:creationId xmlns:a16="http://schemas.microsoft.com/office/drawing/2014/main" id="{AF4E183E-A171-4923-A99E-D149888CEC37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200" b="0" dirty="0"/>
              <a:t>2</a:t>
            </a:r>
            <a:endParaRPr lang="es-CO" altLang="es-CO" sz="3600" b="0" dirty="0"/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EC83F540-C4A2-EE56-0418-B8CD7CA17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AD83FA30-4A3C-43B8-17CD-C08519129156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6066 SISTEMAS DE CONTROL III</a:t>
            </a:r>
          </a:p>
        </p:txBody>
      </p:sp>
    </p:spTree>
    <p:extLst>
      <p:ext uri="{BB962C8B-B14F-4D97-AF65-F5344CB8AC3E}">
        <p14:creationId xmlns:p14="http://schemas.microsoft.com/office/powerpoint/2010/main" val="3709177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1 Título">
            <a:extLst>
              <a:ext uri="{FF2B5EF4-FFF2-40B4-BE49-F238E27FC236}">
                <a16:creationId xmlns:a16="http://schemas.microsoft.com/office/drawing/2014/main" id="{B3EF008C-EFA0-44F3-951B-EB1557F44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 dirty="0"/>
              <a:t>3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DF9086F-7804-4245-BF66-46E11D73F05F}"/>
              </a:ext>
            </a:extLst>
          </p:cNvPr>
          <p:cNvSpPr txBox="1">
            <a:spLocks/>
          </p:cNvSpPr>
          <p:nvPr/>
        </p:nvSpPr>
        <p:spPr bwMode="auto">
          <a:xfrm>
            <a:off x="611188" y="6413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O" altLang="es-CO" b="1" dirty="0"/>
              <a:t>Recomendaciones iniciales</a:t>
            </a:r>
          </a:p>
        </p:txBody>
      </p:sp>
      <p:pic>
        <p:nvPicPr>
          <p:cNvPr id="4" name="Gráfico 3" descr="Mano con relleno sólido">
            <a:extLst>
              <a:ext uri="{FF2B5EF4-FFF2-40B4-BE49-F238E27FC236}">
                <a16:creationId xmlns:a16="http://schemas.microsoft.com/office/drawing/2014/main" id="{BEB1976A-0CF4-4CB9-B988-A1919993B0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9056" y="2958151"/>
            <a:ext cx="914400" cy="9144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ED0BF0AB-10BC-4FB0-813B-ED464FE3677A}"/>
              </a:ext>
            </a:extLst>
          </p:cNvPr>
          <p:cNvSpPr txBox="1"/>
          <p:nvPr/>
        </p:nvSpPr>
        <p:spPr>
          <a:xfrm>
            <a:off x="3419872" y="3092185"/>
            <a:ext cx="4464496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s-CO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Para participar, realizar consultas o comentarios, levante la mano.</a:t>
            </a:r>
          </a:p>
        </p:txBody>
      </p:sp>
      <p:pic>
        <p:nvPicPr>
          <p:cNvPr id="3" name="Picture 4" descr="Programas - Intranet ETITC">
            <a:extLst>
              <a:ext uri="{FF2B5EF4-FFF2-40B4-BE49-F238E27FC236}">
                <a16:creationId xmlns:a16="http://schemas.microsoft.com/office/drawing/2014/main" id="{678AE1EF-3677-EA6E-6782-9051B3C2D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DA8BB1D7-DBA8-5CD6-CAAC-0581D75A6D40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6066 SISTEMAS DE CONTROL III</a:t>
            </a:r>
          </a:p>
        </p:txBody>
      </p:sp>
    </p:spTree>
    <p:extLst>
      <p:ext uri="{BB962C8B-B14F-4D97-AF65-F5344CB8AC3E}">
        <p14:creationId xmlns:p14="http://schemas.microsoft.com/office/powerpoint/2010/main" val="214171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1 Título">
            <a:extLst>
              <a:ext uri="{FF2B5EF4-FFF2-40B4-BE49-F238E27FC236}">
                <a16:creationId xmlns:a16="http://schemas.microsoft.com/office/drawing/2014/main" id="{74AD047A-E86C-4E92-874D-BAA043AB0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 dirty="0"/>
              <a:t>4</a:t>
            </a:r>
          </a:p>
        </p:txBody>
      </p:sp>
      <p:pic>
        <p:nvPicPr>
          <p:cNvPr id="5" name="Gráfico 4" descr="Calendario mensual con relleno sólido">
            <a:extLst>
              <a:ext uri="{FF2B5EF4-FFF2-40B4-BE49-F238E27FC236}">
                <a16:creationId xmlns:a16="http://schemas.microsoft.com/office/drawing/2014/main" id="{1899E821-BA25-479E-8251-85A0B7E253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108" y="5727019"/>
            <a:ext cx="1173584" cy="1173584"/>
          </a:xfrm>
          <a:prstGeom prst="rect">
            <a:avLst/>
          </a:prstGeom>
        </p:spPr>
      </p:pic>
      <p:pic>
        <p:nvPicPr>
          <p:cNvPr id="4" name="Picture 4" descr="Programas - Intranet ETITC">
            <a:extLst>
              <a:ext uri="{FF2B5EF4-FFF2-40B4-BE49-F238E27FC236}">
                <a16:creationId xmlns:a16="http://schemas.microsoft.com/office/drawing/2014/main" id="{F6C827CA-8E86-44AB-5043-B6D399FFB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048470" cy="65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9">
            <a:extLst>
              <a:ext uri="{FF2B5EF4-FFF2-40B4-BE49-F238E27FC236}">
                <a16:creationId xmlns:a16="http://schemas.microsoft.com/office/drawing/2014/main" id="{5932E3F1-24A7-A01F-0773-6237BD556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642" y="6188199"/>
            <a:ext cx="40100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O" altLang="es-CO" sz="1200" dirty="0"/>
              <a:t> </a:t>
            </a:r>
            <a:r>
              <a:rPr lang="es-CO" altLang="es-CO" sz="1400" dirty="0"/>
              <a:t>Miércoles:       18:10 - 20:00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CO" altLang="es-CO" sz="1400" dirty="0"/>
              <a:t> Miércoles:      20:20 – 21:30</a:t>
            </a:r>
          </a:p>
        </p:txBody>
      </p:sp>
      <p:sp>
        <p:nvSpPr>
          <p:cNvPr id="9" name="2 Subtítulo">
            <a:extLst>
              <a:ext uri="{FF2B5EF4-FFF2-40B4-BE49-F238E27FC236}">
                <a16:creationId xmlns:a16="http://schemas.microsoft.com/office/drawing/2014/main" id="{79EF761A-FEAD-D9F3-BD56-49599C4CE1E2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6066 SISTEMAS DE CONTROL III</a:t>
            </a:r>
          </a:p>
        </p:txBody>
      </p:sp>
      <p:graphicFrame>
        <p:nvGraphicFramePr>
          <p:cNvPr id="6" name="Tabla 3">
            <a:extLst>
              <a:ext uri="{FF2B5EF4-FFF2-40B4-BE49-F238E27FC236}">
                <a16:creationId xmlns:a16="http://schemas.microsoft.com/office/drawing/2014/main" id="{D45444DB-DE93-829B-F32A-C3FB962F8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597662"/>
              </p:ext>
            </p:extLst>
          </p:nvPr>
        </p:nvGraphicFramePr>
        <p:xfrm>
          <a:off x="863588" y="670925"/>
          <a:ext cx="7416824" cy="535682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571927606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2710960597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76565624"/>
                    </a:ext>
                  </a:extLst>
                </a:gridCol>
              </a:tblGrid>
              <a:tr h="269131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Semana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Fechas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Nombre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602277"/>
                  </a:ext>
                </a:extLst>
              </a:tr>
              <a:tr h="269131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3 agosto – 7 agosto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Presentación del Microcurrículo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633600"/>
                  </a:ext>
                </a:extLst>
              </a:tr>
              <a:tr h="269131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>
                          <a:solidFill>
                            <a:schemeClr val="tx1"/>
                          </a:solidFill>
                        </a:rPr>
                        <a:t>10 agosto – 14 agosto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Definición de estado y espacio de estados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7441063"/>
                  </a:ext>
                </a:extLst>
              </a:tr>
              <a:tr h="269131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>
                          <a:solidFill>
                            <a:schemeClr val="tx1"/>
                          </a:solidFill>
                        </a:rPr>
                        <a:t>17 agosto – 21 agosto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Representación de sistemas continuos y no lineales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813301"/>
                  </a:ext>
                </a:extLst>
              </a:tr>
              <a:tr h="269131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>
                          <a:solidFill>
                            <a:schemeClr val="tx1"/>
                          </a:solidFill>
                        </a:rPr>
                        <a:t>24 agosto – 28 agosto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Representación de sistemas discretos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148968"/>
                  </a:ext>
                </a:extLst>
              </a:tr>
              <a:tr h="269131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31 agosto – 4 septiembre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Linealización de sistemas dinámicos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866089"/>
                  </a:ext>
                </a:extLst>
              </a:tr>
              <a:tr h="269131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>
                          <a:solidFill>
                            <a:schemeClr val="tx1"/>
                          </a:solidFill>
                        </a:rPr>
                        <a:t>7 septiembre – 11 septiembre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Examen Parcial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5290604"/>
                  </a:ext>
                </a:extLst>
              </a:tr>
              <a:tr h="269131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14 septiembre – 18 septiembre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Controlador cuadrático lineal y gaussiano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690420"/>
                  </a:ext>
                </a:extLst>
              </a:tr>
              <a:tr h="178935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>
                          <a:solidFill>
                            <a:schemeClr val="tx1"/>
                          </a:solidFill>
                        </a:rPr>
                        <a:t>21 septiembre – 25 septiembre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Introducción a controladores multivariables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3450833"/>
                  </a:ext>
                </a:extLst>
              </a:tr>
              <a:tr h="269131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>
                          <a:solidFill>
                            <a:schemeClr val="tx1"/>
                          </a:solidFill>
                        </a:rPr>
                        <a:t>28 septiembre – 2 octubre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Estabilidad, sensibilidad y robustez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7391392"/>
                  </a:ext>
                </a:extLst>
              </a:tr>
              <a:tr h="283543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/>
                        <a:t>10</a:t>
                      </a:r>
                      <a:endParaRPr lang="es-CO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>
                          <a:solidFill>
                            <a:schemeClr val="tx1"/>
                          </a:solidFill>
                        </a:rPr>
                        <a:t>5 octubre – 9 octubre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Controlabilidad y observabilidad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965982"/>
                  </a:ext>
                </a:extLst>
              </a:tr>
              <a:tr h="269131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>
                          <a:solidFill>
                            <a:schemeClr val="tx1"/>
                          </a:solidFill>
                        </a:rPr>
                        <a:t>12 octubre – 16 octubre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Formas canónicas controlables y observables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833152"/>
                  </a:ext>
                </a:extLst>
              </a:tr>
              <a:tr h="269131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>
                          <a:solidFill>
                            <a:schemeClr val="tx1"/>
                          </a:solidFill>
                        </a:rPr>
                        <a:t>19 octubre – 23 octubre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Examen Parcial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397848"/>
                  </a:ext>
                </a:extLst>
              </a:tr>
              <a:tr h="269131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tx1"/>
                          </a:solidFill>
                        </a:rPr>
                        <a:t>26 octubre – 30 octubre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Observadores de estado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511249"/>
                  </a:ext>
                </a:extLst>
              </a:tr>
              <a:tr h="212463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tx1"/>
                          </a:solidFill>
                        </a:rPr>
                        <a:t>2 noviembre – 6 noviembre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Realimentación de estados con y sin integrador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658262"/>
                  </a:ext>
                </a:extLst>
              </a:tr>
              <a:tr h="269131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/>
                        <a:t>15</a:t>
                      </a:r>
                      <a:endParaRPr lang="es-CO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tx1"/>
                          </a:solidFill>
                        </a:rPr>
                        <a:t>9 noviembre – 13 noviembre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Implementación de controladores por realimentación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8546271"/>
                  </a:ext>
                </a:extLst>
              </a:tr>
              <a:tr h="269131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/>
                        <a:t>16</a:t>
                      </a:r>
                      <a:endParaRPr lang="es-CO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>
                          <a:solidFill>
                            <a:schemeClr val="tx1"/>
                          </a:solidFill>
                        </a:rPr>
                        <a:t>16 noviembre – 20 noviembre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Controlador cuadrático lineal y gaussiano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030376"/>
                  </a:ext>
                </a:extLst>
              </a:tr>
              <a:tr h="269131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/>
                        <a:t>17</a:t>
                      </a:r>
                      <a:endParaRPr lang="es-CO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>
                          <a:solidFill>
                            <a:schemeClr val="tx1"/>
                          </a:solidFill>
                        </a:rPr>
                        <a:t>23 noviembre – 27 noviembre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Introducción a controladores multivariables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2288061"/>
                  </a:ext>
                </a:extLst>
              </a:tr>
              <a:tr h="269131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>
                          <a:solidFill>
                            <a:schemeClr val="tx1"/>
                          </a:solidFill>
                        </a:rPr>
                        <a:t>30 noviembre – 4 diciembre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/>
                        <a:t>Examen Final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768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408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3B28400A-9287-40BA-9001-2E821D706B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9379854"/>
              </p:ext>
            </p:extLst>
          </p:nvPr>
        </p:nvGraphicFramePr>
        <p:xfrm>
          <a:off x="107504" y="836712"/>
          <a:ext cx="8928992" cy="496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175" name="Gráfico 8" descr="Marca de verificación">
            <a:extLst>
              <a:ext uri="{FF2B5EF4-FFF2-40B4-BE49-F238E27FC236}">
                <a16:creationId xmlns:a16="http://schemas.microsoft.com/office/drawing/2014/main" id="{85109726-4CFF-4D9B-ADAC-14116F43F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1124744"/>
            <a:ext cx="792088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1 Título">
            <a:extLst>
              <a:ext uri="{FF2B5EF4-FFF2-40B4-BE49-F238E27FC236}">
                <a16:creationId xmlns:a16="http://schemas.microsoft.com/office/drawing/2014/main" id="{97AA8CFD-3BCF-4D31-88D2-A24ABB62907A}"/>
              </a:ext>
            </a:extLst>
          </p:cNvPr>
          <p:cNvSpPr txBox="1">
            <a:spLocks/>
          </p:cNvSpPr>
          <p:nvPr/>
        </p:nvSpPr>
        <p:spPr bwMode="auto">
          <a:xfrm>
            <a:off x="1" y="-28575"/>
            <a:ext cx="899592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5</a:t>
            </a:r>
          </a:p>
        </p:txBody>
      </p:sp>
      <p:pic>
        <p:nvPicPr>
          <p:cNvPr id="4" name="Picture 4" descr="Programas - Intranet ETITC">
            <a:extLst>
              <a:ext uri="{FF2B5EF4-FFF2-40B4-BE49-F238E27FC236}">
                <a16:creationId xmlns:a16="http://schemas.microsoft.com/office/drawing/2014/main" id="{29C2E2C0-06BA-0F23-8A2A-7330ADD0C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áfico 8" descr="Marca de verificación">
            <a:extLst>
              <a:ext uri="{FF2B5EF4-FFF2-40B4-BE49-F238E27FC236}">
                <a16:creationId xmlns:a16="http://schemas.microsoft.com/office/drawing/2014/main" id="{58784173-3090-A823-F4B0-305CBB22A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409" y="2204591"/>
            <a:ext cx="792088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áfico 8" descr="Marca de verificación">
            <a:extLst>
              <a:ext uri="{FF2B5EF4-FFF2-40B4-BE49-F238E27FC236}">
                <a16:creationId xmlns:a16="http://schemas.microsoft.com/office/drawing/2014/main" id="{22E88210-B2F5-F922-21E3-6027CAEE3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409" y="3465004"/>
            <a:ext cx="792088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áfico 8" descr="Marca de verificación">
            <a:extLst>
              <a:ext uri="{FF2B5EF4-FFF2-40B4-BE49-F238E27FC236}">
                <a16:creationId xmlns:a16="http://schemas.microsoft.com/office/drawing/2014/main" id="{3829B5FC-C28B-BE0C-B0E1-ACFABE30D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748" y="4851295"/>
            <a:ext cx="792088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2 Subtítulo">
            <a:extLst>
              <a:ext uri="{FF2B5EF4-FFF2-40B4-BE49-F238E27FC236}">
                <a16:creationId xmlns:a16="http://schemas.microsoft.com/office/drawing/2014/main" id="{B7BBAA63-6E9C-7FD5-350A-58CDC54BCE93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6066 SISTEMAS DE CONTROL III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B9380A-11B1-FEE0-C677-C5094B4EF0B4}"/>
              </a:ext>
            </a:extLst>
          </p:cNvPr>
          <p:cNvSpPr txBox="1"/>
          <p:nvPr/>
        </p:nvSpPr>
        <p:spPr>
          <a:xfrm>
            <a:off x="611560" y="5926708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/>
              <a:t>Se espera una dedicación independiente de al </a:t>
            </a:r>
            <a:r>
              <a:rPr lang="es-CO" b="1" dirty="0"/>
              <a:t>menos 8 horas semanales</a:t>
            </a:r>
            <a:r>
              <a:rPr lang="es-CO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1 Título">
            <a:extLst>
              <a:ext uri="{FF2B5EF4-FFF2-40B4-BE49-F238E27FC236}">
                <a16:creationId xmlns:a16="http://schemas.microsoft.com/office/drawing/2014/main" id="{974AAA16-E8D7-47E1-ABBC-3CB9C4D3B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 dirty="0"/>
              <a:t>6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A396777-07E6-4D94-A666-A85CEA99D636}"/>
              </a:ext>
            </a:extLst>
          </p:cNvPr>
          <p:cNvSpPr txBox="1">
            <a:spLocks/>
          </p:cNvSpPr>
          <p:nvPr/>
        </p:nvSpPr>
        <p:spPr bwMode="auto">
          <a:xfrm>
            <a:off x="611188" y="632529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O" altLang="es-CO" b="1" dirty="0"/>
              <a:t>Canales de comunicación</a:t>
            </a:r>
          </a:p>
        </p:txBody>
      </p:sp>
      <p:pic>
        <p:nvPicPr>
          <p:cNvPr id="2056" name="Picture 8" descr="Outlook: 27 trucos para aumentar tu productividad exprimiendo la aplicación  de correo de Microsoft">
            <a:extLst>
              <a:ext uri="{FF2B5EF4-FFF2-40B4-BE49-F238E27FC236}">
                <a16:creationId xmlns:a16="http://schemas.microsoft.com/office/drawing/2014/main" id="{075C7F64-CBA7-4977-AB8B-1D52298225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576"/>
          <a:stretch/>
        </p:blipFill>
        <p:spPr bwMode="auto">
          <a:xfrm>
            <a:off x="5746204" y="1988840"/>
            <a:ext cx="1872208" cy="2075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áfico 5" descr="Centro de llamadas con relleno sólido">
            <a:extLst>
              <a:ext uri="{FF2B5EF4-FFF2-40B4-BE49-F238E27FC236}">
                <a16:creationId xmlns:a16="http://schemas.microsoft.com/office/drawing/2014/main" id="{84C76756-A955-4A5B-BE78-4E62BB57DF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068" y="861129"/>
            <a:ext cx="914400" cy="914400"/>
          </a:xfrm>
          <a:prstGeom prst="rect">
            <a:avLst/>
          </a:prstGeom>
        </p:spPr>
      </p:pic>
      <p:pic>
        <p:nvPicPr>
          <p:cNvPr id="9" name="Gráfico 8" descr="Centro de llamadas contorno">
            <a:extLst>
              <a:ext uri="{FF2B5EF4-FFF2-40B4-BE49-F238E27FC236}">
                <a16:creationId xmlns:a16="http://schemas.microsoft.com/office/drawing/2014/main" id="{17BD62F9-41DB-46A2-9BEB-4F875CC52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8412" y="833751"/>
            <a:ext cx="914400" cy="9144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F0D65330-7419-4333-9764-E4292B375DC3}"/>
              </a:ext>
            </a:extLst>
          </p:cNvPr>
          <p:cNvSpPr txBox="1"/>
          <p:nvPr/>
        </p:nvSpPr>
        <p:spPr>
          <a:xfrm>
            <a:off x="5583808" y="3800245"/>
            <a:ext cx="2592660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Preguntas y novedades</a:t>
            </a:r>
          </a:p>
        </p:txBody>
      </p:sp>
      <p:pic>
        <p:nvPicPr>
          <p:cNvPr id="8" name="Picture 4" descr="Programas - Intranet ETITC">
            <a:extLst>
              <a:ext uri="{FF2B5EF4-FFF2-40B4-BE49-F238E27FC236}">
                <a16:creationId xmlns:a16="http://schemas.microsoft.com/office/drawing/2014/main" id="{210EE14A-117F-9A30-02AB-B3C873C80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áfico 10" descr="Colegial con relleno sólido">
            <a:extLst>
              <a:ext uri="{FF2B5EF4-FFF2-40B4-BE49-F238E27FC236}">
                <a16:creationId xmlns:a16="http://schemas.microsoft.com/office/drawing/2014/main" id="{E8470154-AC7E-B448-6D58-E30DC77C6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62651" y="2205058"/>
            <a:ext cx="1995970" cy="199597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431C44E4-329E-7FEC-B9B3-CC9F71252532}"/>
              </a:ext>
            </a:extLst>
          </p:cNvPr>
          <p:cNvSpPr txBox="1"/>
          <p:nvPr/>
        </p:nvSpPr>
        <p:spPr>
          <a:xfrm>
            <a:off x="2620707" y="3894941"/>
            <a:ext cx="2592660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Monitor</a:t>
            </a:r>
            <a:endParaRPr lang="es-CO" altLang="es-CO" sz="1400" dirty="0">
              <a:solidFill>
                <a:srgbClr val="898989"/>
              </a:solidFill>
            </a:endParaRP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F5B918F2-F494-3DBB-D058-68F2779A0025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6066 SISTEMAS DE CONTROL III</a:t>
            </a:r>
          </a:p>
        </p:txBody>
      </p:sp>
    </p:spTree>
    <p:extLst>
      <p:ext uri="{BB962C8B-B14F-4D97-AF65-F5344CB8AC3E}">
        <p14:creationId xmlns:p14="http://schemas.microsoft.com/office/powerpoint/2010/main" val="1955606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1 Título">
            <a:extLst>
              <a:ext uri="{FF2B5EF4-FFF2-40B4-BE49-F238E27FC236}">
                <a16:creationId xmlns:a16="http://schemas.microsoft.com/office/drawing/2014/main" id="{EA98F516-CD1D-4B94-8AAC-2D9EAEE99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 dirty="0"/>
              <a:t>7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E1C5E17-B258-47EA-B96B-EF9524AC8863}"/>
              </a:ext>
            </a:extLst>
          </p:cNvPr>
          <p:cNvSpPr txBox="1">
            <a:spLocks/>
          </p:cNvSpPr>
          <p:nvPr/>
        </p:nvSpPr>
        <p:spPr bwMode="auto">
          <a:xfrm>
            <a:off x="611823" y="270892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O" altLang="es-CO" b="1" dirty="0"/>
              <a:t>MATERIAL DEL CURSO</a:t>
            </a:r>
          </a:p>
        </p:txBody>
      </p:sp>
      <p:pic>
        <p:nvPicPr>
          <p:cNvPr id="4" name="Picture 4" descr="Programas - Intranet ETITC">
            <a:extLst>
              <a:ext uri="{FF2B5EF4-FFF2-40B4-BE49-F238E27FC236}">
                <a16:creationId xmlns:a16="http://schemas.microsoft.com/office/drawing/2014/main" id="{B96A6DCC-1ECE-413D-8BEA-DB41E6C6F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2 Subtítulo">
            <a:extLst>
              <a:ext uri="{FF2B5EF4-FFF2-40B4-BE49-F238E27FC236}">
                <a16:creationId xmlns:a16="http://schemas.microsoft.com/office/drawing/2014/main" id="{E3039CD5-5EDF-B67E-43E0-6A692B67FA09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6066 SISTEMAS DE CONTROL III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08BB48C-FC05-3615-A776-2D1677A4E9F1}"/>
              </a:ext>
            </a:extLst>
          </p:cNvPr>
          <p:cNvSpPr txBox="1"/>
          <p:nvPr/>
        </p:nvSpPr>
        <p:spPr>
          <a:xfrm>
            <a:off x="882002" y="4221088"/>
            <a:ext cx="7689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hlinkClick r:id="rId4"/>
              </a:rPr>
              <a:t/>
            </a:r>
            <a:r>
              <a:rPr lang="es-CO" dirty="0"/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dc56f61-abc0-4f7e-bfec-a93ccd1ae88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A62137D465CE64A8C883A4664514BF8" ma:contentTypeVersion="15" ma:contentTypeDescription="Crear nuevo documento." ma:contentTypeScope="" ma:versionID="a1bd1d59f691eb9bca6952b111268275">
  <xsd:schema xmlns:xsd="http://www.w3.org/2001/XMLSchema" xmlns:xs="http://www.w3.org/2001/XMLSchema" xmlns:p="http://schemas.microsoft.com/office/2006/metadata/properties" xmlns:ns3="669280c1-d17e-4d1d-bd7f-b4f14cc6bf1d" xmlns:ns4="bdc56f61-abc0-4f7e-bfec-a93ccd1ae886" targetNamespace="http://schemas.microsoft.com/office/2006/metadata/properties" ma:root="true" ma:fieldsID="d02990a02f19f0f9fc7b999b1809cae4" ns3:_="" ns4:_="">
    <xsd:import namespace="669280c1-d17e-4d1d-bd7f-b4f14cc6bf1d"/>
    <xsd:import namespace="bdc56f61-abc0-4f7e-bfec-a93ccd1ae88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9280c1-d17e-4d1d-bd7f-b4f14cc6bf1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c56f61-abc0-4f7e-bfec-a93ccd1ae8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8623C8-32E1-48B0-9F0A-13F2E9582B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25853C-1B27-4995-A583-4D39F900BB7F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669280c1-d17e-4d1d-bd7f-b4f14cc6bf1d"/>
    <ds:schemaRef ds:uri="http://purl.org/dc/elements/1.1/"/>
    <ds:schemaRef ds:uri="http://purl.org/dc/terms/"/>
    <ds:schemaRef ds:uri="http://schemas.microsoft.com/office/infopath/2007/PartnerControls"/>
    <ds:schemaRef ds:uri="bdc56f61-abc0-4f7e-bfec-a93ccd1ae886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25820C3-FD82-4EFC-BF14-EAF1F9613F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9280c1-d17e-4d1d-bd7f-b4f14cc6bf1d"/>
    <ds:schemaRef ds:uri="bdc56f61-abc0-4f7e-bfec-a93ccd1ae8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2228</TotalTime>
  <Words>373</Words>
  <Application>Microsoft Office PowerPoint</Application>
  <PresentationFormat>Carta (216 x 279 mm)</PresentationFormat>
  <Paragraphs>104</Paragraphs>
  <Slides>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1</vt:lpstr>
      <vt:lpstr>OBJETIVO</vt:lpstr>
      <vt:lpstr>3</vt:lpstr>
      <vt:lpstr>4</vt:lpstr>
      <vt:lpstr>Presentación de PowerPoint</vt:lpstr>
      <vt:lpstr>6</vt:lpstr>
      <vt:lpstr>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Hugo</dc:creator>
  <cp:lastModifiedBy>JHEYSON FABIAN VILLAVISAN BUITRAGO</cp:lastModifiedBy>
  <cp:revision>73</cp:revision>
  <dcterms:created xsi:type="dcterms:W3CDTF">2008-03-11T21:51:34Z</dcterms:created>
  <dcterms:modified xsi:type="dcterms:W3CDTF">2026-08-04T01:13:15Z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0x0101007A62137D465CE64A8C883A4664514BF8</vt:lpwstr>
  </property>
</Properties>
</file>